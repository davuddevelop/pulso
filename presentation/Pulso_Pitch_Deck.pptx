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 on the tagline. Say the problem in your own words before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slowly. One sentence, then move -- don't read the sub-bullets that used to be here, they're gone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what it physically is before you get to the three words -- a mic against the chest, an answer in seconds. Then point at the three chips.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through these four fast -- point, don't read every word. The point is 'no guessing,' said plainly at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phone here if the connection holds. If the mic stalls, tap the built-in sample-reading link instead of fighting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number sit on screen for a beat before you talk. This is the slide that separates you from every other demo -- say the last line with real confidence,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'same brain' and gesture at all four -- the point is that it's one system, not four. Don't explain how it works under the hood.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channels, one product -- institutional gets us scale, direct gets us revenue while that closes.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plan, say that plainly -- judges don't expect market-tested pricing from a hackathon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seconds, no more. Say it with momentum, not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silence for a beat before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697480"/>
            <a:ext cx="128016" cy="128016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2423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Pulso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i="1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 to listen. Not a diagnosis.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 triage for community health workers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234440"/>
            <a:ext cx="10058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ears are scarce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where they're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needed most.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68680" y="4846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stethoscope in the right hands finds problems early.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untrained hands, it finds nothing.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low-cost digital stethoscope.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honest answer, every time.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8680" y="25146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contact microphone listens to the heartbeat through the chest. Pulso analyzes it in seconds and gives exactly one of three answers — never a guess dressed up as a diagnosis.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68680" y="3794760"/>
            <a:ext cx="3017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7947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023360" y="3794760"/>
            <a:ext cx="3474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360" y="379476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RECOMMENDED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35240" y="3794760"/>
            <a:ext cx="3474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35240" y="379476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 TOO NOISY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49377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wrong “you have X” from AI that's never been checked is dangerous.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“Worth a second listen” is honest — and still useful.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steps. No guessing.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68680" y="2606040"/>
            <a:ext cx="248716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3272" y="27889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3272" y="3172968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33272" y="3611880"/>
            <a:ext cx="21579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microphone against the chest picks up the heartbeat — the same idea as a stethoscope, at a fraction of the cost.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75304" y="2606040"/>
            <a:ext cx="248716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9896" y="27889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39896" y="3172968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739896" y="3611880"/>
            <a:ext cx="21579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noise gets filtered out automatically, leaving just the heart sound behind.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81928" y="2606040"/>
            <a:ext cx="248716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7889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3172968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3611880"/>
            <a:ext cx="21579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each heartbeat by its timing — and says so honestly when it isn't sure, instead of guessing.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88552" y="2606040"/>
            <a:ext cx="248716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278892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53144" y="3172968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153144" y="3611880"/>
            <a:ext cx="21579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three words, plus a plain next step when something's flagged. Never a diagnosis.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48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 mic → live triage,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now.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68680" y="2148840"/>
            <a:ext cx="10469880" cy="2103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pic>
        <p:nvPicPr>
          <p:cNvPr id="5" name="Image 0" descr="wave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10012680" cy="1828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1498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1498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BPM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48615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3245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BEATS DETECTED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3245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0362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4992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RHYTHM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4992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Regular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72109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739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 OUTPUT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86739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WE'RE DIFFERENT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868680" y="42519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50" kern="0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automated tests. All passing.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502920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i="1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real bugs caught before they ever reached a user. We swapped in new hardware and nothing else broke.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i="1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hackathon demos have none of this. We built it like it has to work.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$20 in parts.</a:t>
            </a:r>
            <a:endParaRPr lang="en-US" sz="3800" dirty="0"/>
          </a:p>
          <a:p>
            <a:pPr indent="0" marL="0">
              <a:buNone/>
            </a:pPr>
            <a:r>
              <a:rPr lang="en-US" sz="3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brain as the software.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68680" y="2788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microphone chip picks up the sound. Swap in a phone, a laptop, or a recorded file instead — everything else stays exactly the same.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Recorded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56616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mic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 hardware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 (WiFi)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buyers, two clocks.</a:t>
            </a:r>
            <a:endParaRPr lang="en-US" sz="3300" dirty="0"/>
          </a:p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near cost either way.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68680" y="2880360"/>
            <a:ext cx="51206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8992" y="3081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INSTITUTIONAL — B2B2G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78992" y="3410712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NGOs and ministries that already fund community health workers. Scale channel — 3.8M workers, 98+ countries. Slow to close.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2880360"/>
            <a:ext cx="51206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28232" y="3081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 — B2B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28232" y="3410712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Clinics and pharmacies with their own budget, no institution in between. Slower to scale, but closes today.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489204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near cost on both channels. A reporting subscription — billed per-program for institutions, per-clinic for direct buyers — is where margin comes from.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PRICING — THE PLAN, NOT A LIVE CHECKOUT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to be adopted,</a:t>
            </a:r>
            <a:endParaRPr lang="en-US" sz="3300" dirty="0"/>
          </a:p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to maximize margin.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68680" y="2880360"/>
            <a:ext cx="33649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 DIRECT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6984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$149–199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6984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kit + $15/mo software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6984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today, no institution needed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kit + clinic-facing app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80560" y="2880360"/>
            <a:ext cx="3364992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8172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/ region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8172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annual, billed to the NGO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8172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kits + dashboard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reporting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92440" y="2880360"/>
            <a:ext cx="33649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9360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9360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+ support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9360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&amp; training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Health-system integration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" y="580644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comparison: Eko's CORE 500 is $379 + $119.99/yr — built for clinicians, not this workforce.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THIS GOES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37160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real steps.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hundred maybes.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68680" y="32461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920240" y="32461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it against real, labeled medical recordings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920240" y="366674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for this — we just couldn't reach the data this weekend.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46177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920240" y="46177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the microphone against real skin contact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920240" y="503834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honest unknown left. Flagged, not hidden.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606040"/>
            <a:ext cx="128016" cy="128016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 to listen.</a:t>
            </a:r>
            <a:endParaRPr lang="en-US" sz="4200" dirty="0"/>
          </a:p>
          <a:p>
            <a:pPr indent="0" marL="0">
              <a:buNone/>
            </a:pPr>
            <a:r>
              <a:rPr lang="en-US" sz="42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diagnosis.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68680" y="402336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FF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honest about what it doesn't know — which is exactly what makes it safe to put in someone's hands.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9082735" y="6263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QUESTIONS?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2026-08-21T10:23:38Z</dcterms:created>
  <dcterms:modified xsi:type="dcterms:W3CDTF">2026-08-21T10:23:38Z</dcterms:modified>
</cp:coreProperties>
</file>