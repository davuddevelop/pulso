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 on the tagline. Don't read the subtitle out loud -- say the problem in your own words,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the last line -- it's the whole reason Pulso exists. Keep this slide under 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chips ARE the product spec -- point at them. This is the constraint that makes the rest of the deck credible, say that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actual phone browser here if the connection holds. If not, this slide alone still shows real waveform + readouts -- don't apologize, just say 'here's what it looks like live' and move on. If the mic stalls on stage, tap the built-in 'play a sample reading' link instead of fighting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boundary claim out loud, then the payoff line. This is the architecture slide judges remember if you say the last line with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 slide. Slow down here -- judges reward real bugs found by real tests far more than a polished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four boxes fast -- the point is 'unmodified', say that word each time if you have the energy.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regulatory line is the one most teams won't have. Say it plainly -- it shows you thought about go-to-market, not just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clearly this is the plan, not something live today -- judges respect a clear proposal, they don't expect a hackathon team to have market-tested pricing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ten seconds -- roadmap slides lose a room fast if you linger.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silence for a beat before taking questions -- don't rush off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118872" cy="118872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1024128" y="1170432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Pulso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 to listen. Not a diagnosis.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 triage for community health workers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5806440"/>
            <a:ext cx="4937760" cy="384048"/>
          </a:xfrm>
          <a:prstGeom prst="rect">
            <a:avLst/>
          </a:prstGeom>
          <a:solidFill>
            <a:srgbClr val="1B1E22"/>
          </a:solidFill>
          <a:ln w="12700">
            <a:solidFill>
              <a:srgbClr val="343A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8064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HACKATHON MVP  ·  LIVE PHONE-MIC DEMO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ears are scarce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where they're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needed most.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60920" y="960120"/>
            <a:ext cx="4023360" cy="960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25512" y="1088136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525512" y="1344168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Rural clinics, community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posts, first contact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60920" y="2121408"/>
            <a:ext cx="4023360" cy="960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25512" y="2249424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5512" y="2505456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Present, capable — but not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cardiology-trained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60920" y="3282696"/>
            <a:ext cx="4023360" cy="960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25512" y="3410712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EXISTING TOOLS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25512" y="3666744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Assume the listener already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knows what to listen for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5623560"/>
            <a:ext cx="10515600" cy="0"/>
          </a:xfrm>
          <a:prstGeom prst="line">
            <a:avLst/>
          </a:prstGeom>
          <a:noFill/>
          <a:ln w="12700">
            <a:solidFill>
              <a:srgbClr val="DCDB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stethoscope in the right hands finds problems early. In untrained hands, it finds nothing.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PULSO DOES — AND REFUSES TO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exactly three</a:t>
            </a:r>
            <a:endParaRPr lang="en-US" sz="3000" dirty="0"/>
          </a:p>
          <a:p>
            <a:pPr algn="l"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answers. Never a fourth.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2880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0" y="2331720"/>
            <a:ext cx="3246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0" y="23317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RECOMMENDED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223760" y="2331720"/>
            <a:ext cx="3246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0" y="23317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 TOO NOISY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108960"/>
            <a:ext cx="50749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62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SAYS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61188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diagnosis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disease or condition name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murmur grade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accuracy figure that was never measured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3108960"/>
            <a:ext cx="50749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BECAUSE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46520" y="361188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wrong “you have X” from an unvalidated model is dangerous. “Worth a second listen” from a measured rate-and-rhythm heuristic is honest — and still useful.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 mic → live triage,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browser, right now.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10515600" cy="214884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pic>
        <p:nvPicPr>
          <p:cNvPr id="5" name="Image 0" descr="wave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03120"/>
            <a:ext cx="10058400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4160520"/>
            <a:ext cx="25191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87552" y="4288536"/>
            <a:ext cx="2189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987552" y="4544568"/>
            <a:ext cx="2189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BPM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451860" y="4160520"/>
            <a:ext cx="25191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16452" y="4288536"/>
            <a:ext cx="2189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BEATS DETECTED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16452" y="4544568"/>
            <a:ext cx="2189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080760" y="4160520"/>
            <a:ext cx="25191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45352" y="4288536"/>
            <a:ext cx="2189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RHYTHM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45352" y="4544568"/>
            <a:ext cx="2189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Regular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709660" y="4160520"/>
            <a:ext cx="25191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74252" y="4288536"/>
            <a:ext cx="2189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 OUTPUT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874252" y="4544568"/>
            <a:ext cx="2189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/ irregular case → “REVIEW RECOMMENDED” — routing only: “see a clinician within a day or two.” Never a named specialist.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pipeline. Every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looks the same to it.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788920"/>
            <a:ext cx="2331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916936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SOURCES.PY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" y="315468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 input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9264" y="3483864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File, phone mic, or Arduino → identical 2 kHz float32 frames.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74720" y="2788920"/>
            <a:ext cx="2331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1024" y="2916936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DSP.PY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21024" y="315468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 + envelope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1024" y="3483864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Bandpass filter, Shannon energy envelope. Deterministic — no ML.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788920"/>
            <a:ext cx="2331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2784" y="2916936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SEGMENT.PY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272784" y="315468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Beat detection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72784" y="3483864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S1/S2 labeling from systole/diastole timing asymmetry.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78240" y="2788920"/>
            <a:ext cx="2331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24544" y="2916936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CLASSIFY.PY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924544" y="315468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 label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24544" y="3483864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+ rhythm deviation → label. Never touches raw morphology.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72968" y="3451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824728" y="3451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76488" y="3451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822960" y="4892040"/>
            <a:ext cx="10515600" cy="0"/>
          </a:xfrm>
          <a:prstGeom prst="line">
            <a:avLst/>
          </a:prstGeom>
          <a:noFill/>
          <a:ln w="12700">
            <a:solidFill>
              <a:srgbClr val="DCDB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Swapping a WAV file for a live Arduino feed touched zero downstream code.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ENGINEERING RIGOR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0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9200" dirty="0"/>
          </a:p>
        </p:txBody>
      </p:sp>
      <p:sp>
        <p:nvSpPr>
          <p:cNvPr id="4" name="Text 2"/>
          <p:cNvSpPr/>
          <p:nvPr/>
        </p:nvSpPr>
        <p:spPr>
          <a:xfrm>
            <a:off x="822960" y="22128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0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AUTOMATED CHECKS, ALL PASSING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" y="2788920"/>
            <a:ext cx="5074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97180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 correctness · segmentation · classification · hardware protocol parsing · a real end-to-end WebSocket test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89320" y="914400"/>
            <a:ext cx="5349240" cy="14173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53912" y="1042416"/>
            <a:ext cx="502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 CAUGHT BY TESTING — #1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3912" y="1298448"/>
            <a:ext cx="5020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Lung-band filter was mathematically impossible at the chosen sample rate. Fixed, documented.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89320" y="2468880"/>
            <a:ext cx="5349240" cy="14173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53912" y="2596896"/>
            <a:ext cx="502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 CAUGHT BY TESTING — #2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3912" y="2852928"/>
            <a:ext cx="5020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Refractory window was 25× the actual measured filter ringing — silently swallowing real heartbeats at high heart rates.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160520"/>
            <a:ext cx="10515600" cy="0"/>
          </a:xfrm>
          <a:prstGeom prst="line">
            <a:avLst/>
          </a:prstGeom>
          <a:noFill/>
          <a:ln w="12700">
            <a:solidFill>
              <a:srgbClr val="DCDB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“not verified” claim in the codebase is stated, not hidden.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HARDWARE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sensor, four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ways to feed the pipeline.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2120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77440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ELEGOO Mega 2560 + Keyes-style sound sensor module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at exactly 2000 Hz via a hardware timer interrupt — precise, jitter-free, not polling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2331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4306824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Recorded file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50976" y="4818888"/>
            <a:ext cx="207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unmodified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72968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74720" y="4160520"/>
            <a:ext cx="2331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2736" y="4306824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mic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02736" y="4818888"/>
            <a:ext cx="207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unmodified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24728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26480" y="4160520"/>
            <a:ext cx="2331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54496" y="4306824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Arduino serial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54496" y="4818888"/>
            <a:ext cx="207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unmodified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76488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778240" y="4160520"/>
            <a:ext cx="2331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06256" y="4306824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 mic (WiFi)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06256" y="4818888"/>
            <a:ext cx="207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unmodified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hardware near cost.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 the program, not the worker.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5074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377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PAYS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05840" y="2697480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individual health worker — they don't hold a budget. The buyer is the NGO, health ministry, or global-health funder that already equips and funds community health worker programs.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2194560"/>
            <a:ext cx="5074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377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REVENUE LINES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46520" y="2697480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 sold near BOM cost, low margin, wide reach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 a program-level reporting subscription, billed to the NGO/ministry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4370832"/>
            <a:ext cx="105156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5171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62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REGULATORY STRATEGY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4809744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FDA's Jan 2026 clinical-decision-support guidance exempts software that never processes raw signal-acquisition data. We do — so we likely don't qualify for the lightest exemption. Staying a non-clinical wellness/triage tool is a deliberate near-term choice, not just a safety footnote: it reaches NGOs now, without a multi-year clearance process.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58704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3.8M community health workers across 98+ countries (WHO) — the workforce this is built to equip.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PRICING — THE PLAN, NOT A LIVE CHECKOUT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to be adopted,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to maximize margin.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33375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4963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7889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~$45–60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kit, near BOM 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70332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hardware kit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Single-device app, no login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one health post to try it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16552" y="2331720"/>
            <a:ext cx="333756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24963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99432" y="27889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/ region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99432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license, billed to the NGO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99432" y="370332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hardware kits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Program-level dashboard across workers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screening coverage reporting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10144" y="2331720"/>
            <a:ext cx="33375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93024" y="24963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 / NGO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93024" y="27889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193024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+ support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93024" y="370332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rollout &amp; training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existing health data systems (e.g. DHIS2)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support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2960" y="5650992"/>
            <a:ext cx="10515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5650992"/>
            <a:ext cx="10149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comparison: Eko's CORE 500 digital stethoscope is $379 plus $119.99/yr for its AI features — built for clinicians, not this workforce.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honest next steps.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10515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496312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240280" y="25146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 against a labeled clinical dataset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40280" y="295351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already accepts it — blocked this weekend only by network access, not by design.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10515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959352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240280" y="397764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Field-test the sensor against real skin contact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40280" y="441655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Low-frequency response is currently unverified. Flagged in the code, not hidden.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606040"/>
            <a:ext cx="118872" cy="118872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 to listen.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diagnosis.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honest about what it doesn't know — which is exactly what makes it safe to put in someone's hands.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5806440"/>
            <a:ext cx="10515600" cy="0"/>
          </a:xfrm>
          <a:prstGeom prst="line">
            <a:avLst/>
          </a:prstGeom>
          <a:noFill/>
          <a:ln w="12700">
            <a:solidFill>
              <a:srgbClr val="34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082735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QUESTIONS?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2026-08-21T08:53:47Z</dcterms:created>
  <dcterms:modified xsi:type="dcterms:W3CDTF">2026-08-21T08:53:47Z</dcterms:modified>
</cp:coreProperties>
</file>