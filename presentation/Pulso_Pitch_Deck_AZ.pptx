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Başlıqla açılış. Problemi öz sözlərinlə de, 2-ci slaydan əvvəl.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Yavaş de. Bir cümlə, sonra keç.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'Düz üç cavab' deyəndə üç çipə işarə 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Hər addımı bir cümlə ilə de, tələsmə.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Bağlantı varsa telefona keç. Mikrofon işləməsə, nümunə düyməsini bas, döyüşmə.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Rəqəm ekranda bir neçə saniyə qalsın, sonra danış. Son cümləni yavaş və inamla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'Eyni beyin' deyib dördünə işarə et. Necə işlədiyini izah etmə.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Sondakı tənzimləmə cümləsi çoxlarının deyə bilmədiyi şeydir — açıq de, tələsmə.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Bunun plan olduğunu aydın de — hakaton komandasından bazar tərəfindən sınanmış qiymət gözlənilmir.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saniyə, artıq yox. Üzr istəyirmiş kimi yox, inamla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Sualdan əvvəl bir neçə saniyə sükut saxla.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9748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Dinləmək üçün bir səbəb. Diaqnoz deyil.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İcma səhiyyə işçiləri üçün dinləmə əsaslı qiymətləndirmə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10058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Təcrübəli qulaqlar məhz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ən çox ehtiyac duyulan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yerdə çatışmır.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Stetoskop doğru əllərdə problemi erkən tapır.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Hazırlıqsız əldə isə heç nə tapmır.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HƏLL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8686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Ucuz rəqəmsal stetoskop.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Hər dəfə bir dürüst cavab.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214884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Kiçik kontakt mikrofon sinə vasitəsilə ürək döyüntüsünü dinləyir. Pulso bunu bir neçə saniyəyə analiz edir və düz üç cavabdan birini verir — heç vaxt diaqnoz kimi təqdim olunan təxmin deyil.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68680" y="3794760"/>
            <a:ext cx="3017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7947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23360" y="379476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0" y="37947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TƏKRAR BAXIŞ LAZIMDIR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818120" y="3794760"/>
            <a:ext cx="3520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379476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SİQNAL ÇOX KÜYLÜDÜR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Yoxlanılmamış süni intellektdən gələn səhv “sizdə X var” təhlükəlidir.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“Təkrar dinləməyə dəyər” isə doğrudur — və faydalıdır.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NECƏ IŞLƏYIR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005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Dörd addım. Təxmin yox.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68680" y="2514600"/>
            <a:ext cx="2542032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271576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69848" y="30632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Dinlə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69848" y="356616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Sinəyə tutulan ucuz mikrofon ürək döyüntüsünü tutur — stetoskopla eyni fikir, qat-qat ucuz qiymətə.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79876" y="2514600"/>
            <a:ext cx="2542032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81044" y="271576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81044" y="30632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Təmizlə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781044" y="356616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 küyü avtomatik süzülür, yalnız ürək səsi qalır.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2514600"/>
            <a:ext cx="2542032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71576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0632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356616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döyüntünü zamanlamasına görə tapır — əmin olmadıqda bunu dürüstcə bildirir, təxmin etmək əvəzinə.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02268" y="2514600"/>
            <a:ext cx="2542032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03436" y="271576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03436" y="30632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Qərar ver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03436" y="356616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sözdən biri, üstəlik nəsə işarələndikdə sadə növbəti addım. Heç vaxt diaqnoz deyil.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CANLI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Telefonun mikrofonu → canlı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qiymətləndirmə, indi.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10469880" cy="2103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100126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ÜRƏK TEZLIYI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1498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48615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245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AŞKARLANAN VURĞU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3245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10362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992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24992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Müntəzəm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72109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739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NƏTICƏ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86739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NIYƏ FƏRQLIYIK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8686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avtomatik test. Hamısı uğurlu.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5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İstifadəçiyə çatmazdan əvvəl tapılan iki real xəta. Yeni avadanlıq qoşduq — heç nə sınmadı.</a:t>
            </a:r>
            <a:endParaRPr lang="en-US" sz="16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5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Hakaton demolarının çoxunda bu yoxdur. Biz onu işləməli olduğu kimi qurduq.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AVADANLIQ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dollardan az hissə.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Proqramla eyni beyin.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2788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Ucuz mikrofon çipi səsi tutur. Onun yerinə telefon, noutbuk və ya qeydə alınmış fayl qoşun — qalan hər şey tamamilə eyni qalır.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Qeydə alınmış fayl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Noutbuk mikrofonu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Xüsusi avadanlıq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 (WiFi)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BIZNES MODELI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Avadanlığı maya dəyərinə sat.</a:t>
            </a:r>
            <a:endParaRPr lang="en-US" sz="2900" dirty="0"/>
          </a:p>
          <a:p>
            <a:pPr indent="0" marL="0">
              <a:buNone/>
            </a:pPr>
            <a:r>
              <a:rPr lang="en-US" sz="29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İşçidən yox, proqramdan pul al.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5120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KİM ÖDƏYİR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899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Səhiyyə işçisi yox — onların büdcəsi yoxdur. Alıcı onları artıq maliyyələşdirən QHT və ya nazirlikdir.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880360"/>
            <a:ext cx="5120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NECƏ PUL QAZANIRIQ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2823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dəyərinə yaxın avadanlıq, geniş əhatə. QHT və ya nazirliyə hesablanan proqram səviyyəli abunəlik.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 milyon icma səhiyyə işçisi, 98+ ölkə (ÜST) — “tibbi cihaz deyil” statusu bizə onlara indi çatmaq imkanı verir, üç ildən sonra yox.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QIYMƏT — PLANDIR, CANLI ÖDƏNIŞ DEYIL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Marja üçün yox,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qəbul üçün qiymətləndirilib.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6984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~45–60 $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6984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dəst, maya dəyərinə yaxın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984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avadanlıq dəsti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məntəqə sınamaq üçün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336499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PROQRAM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8172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Fərdi / regional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8172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illik, QHT-yə hesablanır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 dəst + panel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Əhatə hesabatı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KORPORATIV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9360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Fərdi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29360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quraşdırma + dəstək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9360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Tətbiq və təlim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Səhiyyə sistemi inteqrasiyası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8064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Müqayisə üçün: Eko-nun CORE 500 modeli 379 $ + ildə 119,99 $ — həkimlər üçün, bu işçilər üçün yox.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BUNDAN SONRA NƏ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3716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real addım.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Yüz ehtimal yox.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20240" y="32461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Etibarlı tibbi qeydlərlə sınaq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920240" y="36667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Buna hazırıq — sadəcə bu həftəsonu məlumata çata bilmədik.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20240" y="46177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Mikrofonu real dəri təması ilə sınaq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20240" y="50383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Qalan yeganə dürüst naməlumluq. Gizlədilmir, açıq deyilir.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0604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Dinləmək üçün bir səbəb.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Diaqnoz deyil.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Bilmədiyi barədə dürüst olmaq üçün qurulub — məhz bu, onu kiməsə etibar etmək üçün təhlükəsiz edir.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82735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SUALLAR?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2026-08-21T09:39:52Z</dcterms:created>
  <dcterms:modified xsi:type="dcterms:W3CDTF">2026-08-21T09:39:52Z</dcterms:modified>
</cp:coreProperties>
</file>