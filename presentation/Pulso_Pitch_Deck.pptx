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 on the tagline. Say the problem in your own words before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slowly. One sentence, then move -- don't read the sub-bullets that used to be here, they're gone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what it physically is before you get to the three words -- a mic against the chest, an answer in seconds. Then point at the three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through these four fast -- point, don't read every word. The point is 'no guessing,' said plainly at 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phone here if the connection holds. If the mic stalls, tap the built-in sample-reading link instead of fighting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number sit on screen for a beat before you talk. This is the slide that separates you from every other demo -- say the last line with real confidence,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'same brain' and gesture at all four -- the point is that it's one system, not four. Don't explain how it works under the 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regulatory line at the bottom is the one most teams won't have -- say it plainly,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plan, say that plainly -- judges don't expect market-tested pricing from a hackathon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seconds, no more. Say it with momentum, not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silence for a beat before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697480"/>
            <a:ext cx="128016" cy="128016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2423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reason to listen. Not a diagnosis.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Auscultation triage for community health workers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058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ears are scarce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where they're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needed most.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6868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stethoscope in the right hands finds problems early.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untrained hands, it finds nothing.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low-cost digital stethoscope.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honest answer, every time.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contact microphone listens to the heartbeat through the chest. Pulso analyzes it in seconds and gives exactly one of three answers — never a guess dressed up as a diagnosis.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794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379476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36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37947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RECOMMENDED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35240" y="379476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37947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TOO NOISY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 “you have X” from AI that's never been checked is dangerous.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“Worth a second listen” is honest — and still useful.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steps. No guessing.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60604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27889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317296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33272" y="361188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microphone against the chest picks up the heartbeat — the same idea as a stethoscope, at a fraction of the cost.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75304" y="260604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9896" y="27889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39896" y="317296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39896" y="361188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gets filtered out automatically, leaving just the heart sound behind.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1928" y="260604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7889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17296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each heartbeat by its timing — and says so honestly when it isn't sure, instead of guessing.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88552" y="260604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27889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53144" y="317296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53144" y="361188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three words, plus a plain next step when something's flagged. Never a diagnosis.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mic → live triage,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10469880" cy="2103120"/>
          </a:xfrm>
          <a:prstGeom prst="rect">
            <a:avLst/>
          </a:prstGeom>
          <a:solidFill>
            <a:srgbClr val="F4F4F1"/>
          </a:solidFill>
          <a:ln w="12700">
            <a:solidFill>
              <a:srgbClr val="DCDBD5"/>
            </a:solidFill>
            <a:prstDash val="solid"/>
          </a:ln>
        </p:spPr>
      </p:sp>
      <p:pic>
        <p:nvPicPr>
          <p:cNvPr id="5" name="Image 0" descr="wave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86000"/>
            <a:ext cx="1001268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498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1498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BPM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8615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3245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BEATS DETECTED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3245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10362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992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RHYTHM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4992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72109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739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OUTPUT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86739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WE'RE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515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86868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ED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tests. All passing.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5029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bugs caught before they ever reached a user. We swapped in new hardware and nothing else broke.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hackathon demos have none of this. We built it like it has to work.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$20 in parts.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brain as the software.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6868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microphone chip picks up the sound. Swap in a phone, a laptop, or a recorded file instead — everything else stays exactly the same.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Recorded file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mic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36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hardware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(WiFi)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hardware near cost.</a:t>
            </a:r>
            <a:endParaRPr lang="en-US" sz="3300" dirty="0"/>
          </a:p>
          <a:p>
            <a:pPr indent="0" marL="0">
              <a:buNone/>
            </a:pPr>
            <a:r>
              <a:rPr lang="en-US" sz="33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the program, not the worker.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88036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PAYS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78992" y="34107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health worker — they hold no budget. The buyer is the NGO or ministry that already funds and equips them.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880360"/>
            <a:ext cx="51206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36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MAKE MONEY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28232" y="34107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at near-cost, wide reach. A program-level reporting subscription, billed to the NGO or ministry.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3.8M community health workers, 98+ countries (WHO) — staying “not a medical device” is what lets us reach them now, not in three years.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— THE PLAN, NOT A LIVE CHECKOUT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to be adopted,</a:t>
            </a:r>
            <a:endParaRPr lang="en-US" sz="3300" dirty="0"/>
          </a:p>
          <a:p>
            <a:pPr indent="0" marL="0">
              <a:buNone/>
            </a:pPr>
            <a:r>
              <a:rPr lang="en-US" sz="33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to maximize margin.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880360"/>
            <a:ext cx="33649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30632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69848" y="337413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~$45–60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69848" y="383133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kit, near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69848" y="42976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hardware kit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health post to try 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880360"/>
            <a:ext cx="3364992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36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30632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81728" y="337413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/ region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81728" y="383133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billed to the NGO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1728" y="42976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kits + dashboard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reporting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2880360"/>
            <a:ext cx="33649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30632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93608" y="337413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93608" y="383133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+ support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93608" y="42976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&amp; training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Health-system integration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580644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comparison: Eko's CORE 500 is $379 + $119.99/yr — built for clinicians, not this workforce.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GOES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3716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steps.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hundred maybes.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20240" y="32461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it against real, labeled medical recordings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20240" y="36667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for this — we just couldn't reach the data this weekend.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617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920240" y="46177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the microphone against real skin contact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50383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honest unknown left. Flagged, not hidden.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606040"/>
            <a:ext cx="128016" cy="128016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reason to listen.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diagnosis.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honest about what it doesn't know — which is exactly what makes it safe to put in someone's hands.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082735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2026-08-21T09:35:16Z</dcterms:created>
  <dcterms:modified xsi:type="dcterms:W3CDTF">2026-08-21T09:35:16Z</dcterms:modified>
</cp:coreProperties>
</file>