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tagline. Don't read the subtitle out loud -- say the problem in your own words,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last line -- it's the whole reason Pulso exists. Keep this slide under 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chips ARE the product spec -- point at them. This is the constraint that makes the rest of the deck credible, say that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actual phone browser here if the connection holds. If not, this slide alone still shows real waveform + readouts -- don't apologize, just say 'here's what it looks like live'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boundary claim out loud, then the payoff line. This is the architecture slide judges remember if you say the last line with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 slide. Slow down here -- judges reward real bugs found by real tests far more than a polished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four boxes fast -- the point is 'unmodified', say that word each time if you have the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ten seconds -- roadmap slides lose a room fast if you linger.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silence for a beat before taking questions -- don't rush off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18872" cy="118872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" y="1170432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 Not a diagnosis.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 triage for community health workers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806440"/>
            <a:ext cx="4937760" cy="384048"/>
          </a:xfrm>
          <a:prstGeom prst="rect">
            <a:avLst/>
          </a:prstGeom>
          <a:solidFill>
            <a:srgbClr val="1B1E22"/>
          </a:solidFill>
          <a:ln w="12700">
            <a:solidFill>
              <a:srgbClr val="343A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80644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HACKATHON MVP  ·  LIVE PHONE-MIC DEMO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ears are scarce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where they're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needed most.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60920" y="960120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25512" y="10881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25512" y="1344168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Rural clinics, community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posts, first contact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60920" y="2121408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25512" y="224942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5512" y="2505456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Present, capable — but not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cardiology-trained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60920" y="3282696"/>
            <a:ext cx="4023360" cy="960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25512" y="3410712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EXISTING TOOLS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25512" y="3666744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Assume the listener already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what to listen for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562356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stethoscope in the right hands finds problems early. In untrained hands, it finds nothing.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PULSO DOES — AND REFUSES TO 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of exactly three</a:t>
            </a:r>
            <a:endParaRPr lang="en-US" sz="3000" dirty="0"/>
          </a:p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answers. Never a fourth.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2880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0" y="2331720"/>
            <a:ext cx="3246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0" y="23317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RECOMMENDED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223760" y="2331720"/>
            <a:ext cx="3246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233172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SIGNAL TOO NOISY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5074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62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SAYS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361188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diagnosis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disease or condition name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murmur grade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accuracy figure that was never measured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108960"/>
            <a:ext cx="50749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BECAUSE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361188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wrong “you have X” from an unvalidated model is dangerous. “Worth a second listen” from a measured rate-and-rhythm heuristic is honest — and still useful.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Phone mic → live triage,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browser, right now.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10515600" cy="214884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10058400" cy="1874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 RATE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9875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4518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164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BEATS DETECTED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164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0807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53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RHYTHM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453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Regular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709660" y="4160520"/>
            <a:ext cx="25191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74252" y="4288536"/>
            <a:ext cx="21899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OUTPUT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874252" y="4544568"/>
            <a:ext cx="2189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/ irregular case → “REVIEW RECOMMENDED” — routing only: “see a clinician within a day or two.” Never a named specialist.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pipeline. Every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looks the same to 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SOURCES.PY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 input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926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File, phone mic, or Arduino → identical 2 kHz float32 frames.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7472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DSP.PY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2102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+ envelope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102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Bandpass filter, Shannon energy envelope. Deterministic — no ML.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7278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SEGMENT.PY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7278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Beat detection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7278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S1/S2 labeling from systole/diastole timing asymmetry.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78240" y="2788920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24544" y="2916936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CLASSIFY.PY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24544" y="3154680"/>
            <a:ext cx="203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 label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24544" y="3483864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+ rhythm deviation → label. Never touches raw morphology.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7296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82472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76488" y="3451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22960" y="489204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Swapping a WAV file for a live Arduino feed touched zero downstream code.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ENGINEERING RIGOR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9200" dirty="0"/>
          </a:p>
        </p:txBody>
      </p:sp>
      <p:sp>
        <p:nvSpPr>
          <p:cNvPr id="4" name="Text 2"/>
          <p:cNvSpPr/>
          <p:nvPr/>
        </p:nvSpPr>
        <p:spPr>
          <a:xfrm>
            <a:off x="82296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B60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AUTOMATED CHECKS, ALL PASSING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50749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97180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correctness · segmentation · classification · hardware protocol parsing · a real end-to-end WebSocket test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89320" y="914400"/>
            <a:ext cx="5349240" cy="14173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53912" y="1042416"/>
            <a:ext cx="502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CAUGHT BY TESTING — #1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3912" y="1298448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Lung-band filter was mathematically impossible at the chosen sample rate. Fixed, documented.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89320" y="2468880"/>
            <a:ext cx="5349240" cy="14173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53912" y="2596896"/>
            <a:ext cx="502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 CAUGHT BY TESTING — #2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3912" y="2852928"/>
            <a:ext cx="50200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Refractory window was 25× the actual measured filter ringing — silently swallowing real heartbeats at high heart rates.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12700">
            <a:solidFill>
              <a:srgbClr val="DCDB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“not verified” claim in the codebase is stated, not hidden.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sensor, four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ways to feed the pipeline.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212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7744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b="1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ELEGOO Mega 2560 + Keyes-style sound sensor module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 exactly 2000 Hz via a hardware timer interrupt — precise, jitter-free, not polling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Recorded file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5097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7296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7472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273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mic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60273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2472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2648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Arduino serial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25449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76488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3C2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778240" y="4160520"/>
            <a:ext cx="2331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06256" y="4306824"/>
            <a:ext cx="207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 mic (WiFi)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906256" y="4818888"/>
            <a:ext cx="207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pipeline,</a:t>
            </a:r>
            <a:endParaRPr lang="en-US" sz="1050" dirty="0"/>
          </a:p>
          <a:p>
            <a:pPr indent="0" marL="0">
              <a:buNone/>
            </a:pPr>
            <a:r>
              <a:rPr lang="en-US" sz="1050" i="1" dirty="0">
                <a:solidFill>
                  <a:srgbClr val="D63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unmodified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honest next steps.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10515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496312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2240280" y="25146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 against a labeled clinical dataset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40280" y="295351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already accepts it — blocked this weekend only by network access, not by design.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10515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959352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240280" y="39776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Field-test the sensor against real skin contact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0280" y="4416552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Low-frequency response is currently unverified. Flagged in the code, not hidden.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606040"/>
            <a:ext cx="118872" cy="118872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reason to listen.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diagnosis.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honest about what it doesn't know — which is exactly what makes it safe to put in someone's hands.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4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082735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QUESTIONS?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2026-08-21T07:30:27Z</dcterms:created>
  <dcterms:modified xsi:type="dcterms:W3CDTF">2026-08-21T07:30:27Z</dcterms:modified>
</cp:coreProperties>
</file>