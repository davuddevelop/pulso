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Başlıqla açılış. Problemi öz sözlərinlə de, 2-ci slaydan əvvəl.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Yavaş de. Bir cümlə, sonra keç.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'Düz üç cavab' deyəndə üç çipə işarə 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Bağlantı varsa telefona keç. Mikrofon işləməsə, nümunə düyməsini bas, döyüşmə.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Rəqəm ekranda bir neçə saniyə qalsın, sonra danış. Son cümləni yavaş və inamla 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'Eyni beyin' deyib dördünə işarə et. Necə işlədiyini izah etmə.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Sondakı tənzimləmə cümləsi çoxlarının deyə bilmədiyi şeydir — açıq de, tələsmə.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Bunun plan olduğunu aydın de — hakaton komandasından bazar tərəfindən sınanmış qiymət gözlənilmir.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 saniyə, artıq yox. Üzr istəyirmiş kimi yox, inamla 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Sualdan əvvəl bir neçə saniyə sükut saxla.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9748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1078992" y="24231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Pulso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868680" y="3520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Dinləmək üçün bir səbəb. Diaqnoz deyil.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868680" y="41148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İcma səhiyyə işçiləri üçün dinləmə əsaslı qiymətləndirmə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234440"/>
            <a:ext cx="100584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Təcrübəli qulaqlar məhz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ən çox ehtiyac duyulan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yerdə çatışmır.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868680" y="48463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Stetoskop doğru əllərdə problemi erkən tapır.</a:t>
            </a:r>
            <a:endParaRPr lang="en-US" sz="2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200" i="1" dirty="0">
                <a:solidFill>
                  <a:srgbClr val="D6360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Hazırlıqsız əldə isə heç nə tapmır.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 NƏ EDIR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7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Düz üç cavabdan biri.</a:t>
            </a:r>
            <a:endParaRPr lang="en-US" sz="3700" dirty="0"/>
          </a:p>
          <a:p>
            <a:pPr indent="0" marL="0">
              <a:buNone/>
            </a:pPr>
            <a:r>
              <a:rPr lang="en-US" sz="37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Heç vaxt dördüncüsü yox.</a:t>
            </a:r>
            <a:endParaRPr lang="en-US" sz="3700" dirty="0"/>
          </a:p>
        </p:txBody>
      </p:sp>
      <p:sp>
        <p:nvSpPr>
          <p:cNvPr id="4" name="Shape 2"/>
          <p:cNvSpPr/>
          <p:nvPr/>
        </p:nvSpPr>
        <p:spPr>
          <a:xfrm>
            <a:off x="868680" y="3017520"/>
            <a:ext cx="301752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301752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023360" y="3017520"/>
            <a:ext cx="3657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0" y="3017520"/>
            <a:ext cx="3657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TƏKRAR BAXIŞ LAZIMDIR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818120" y="3017520"/>
            <a:ext cx="352044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18120" y="3017520"/>
            <a:ext cx="3520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SİQNAL ÇOX KÜYLÜDÜR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4206240"/>
            <a:ext cx="10241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Yoxlanılmamış süni intellektdən gələn səhv “sizdə X var” təhlükəlidir.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“Təkrar dinləməyə dəyər” isə doğrudur — və faydalıdır.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4864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CANLI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914400"/>
            <a:ext cx="8686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Telefonun mikrofonu → canlı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qiymətləndirmə, indi.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148840"/>
            <a:ext cx="10469880" cy="2103120"/>
          </a:xfrm>
          <a:prstGeom prst="rect">
            <a:avLst/>
          </a:prstGeom>
          <a:solidFill>
            <a:srgbClr val="F4F4F1"/>
          </a:solidFill>
          <a:ln w="12700">
            <a:solidFill>
              <a:srgbClr val="DCDBD5"/>
            </a:solidFill>
            <a:prstDash val="solid"/>
          </a:ln>
        </p:spPr>
      </p:sp>
      <p:pic>
        <p:nvPicPr>
          <p:cNvPr id="5" name="Image 0" descr="wave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286000"/>
            <a:ext cx="10012680" cy="1828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868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01498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ÜRƏK TEZLIYI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101498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 BPM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348615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3245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AŞKARLANAN VURĞU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363245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10362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24992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RITM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624992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Müntəzəm</a:t>
            </a:r>
            <a:endParaRPr lang="en-US" sz="1900" dirty="0"/>
          </a:p>
        </p:txBody>
      </p:sp>
      <p:sp>
        <p:nvSpPr>
          <p:cNvPr id="15" name="Shape 12"/>
          <p:cNvSpPr/>
          <p:nvPr/>
        </p:nvSpPr>
        <p:spPr>
          <a:xfrm>
            <a:off x="8721090" y="4343400"/>
            <a:ext cx="2507742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BD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67394" y="4471416"/>
            <a:ext cx="2251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NƏTICƏ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8867394" y="4727448"/>
            <a:ext cx="22517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Normal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NIYƏ FƏRQLIYIK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371600"/>
            <a:ext cx="10515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302</a:t>
            </a:r>
            <a:endParaRPr lang="en-US" sz="17000" dirty="0"/>
          </a:p>
        </p:txBody>
      </p:sp>
      <p:sp>
        <p:nvSpPr>
          <p:cNvPr id="4" name="Text 2"/>
          <p:cNvSpPr/>
          <p:nvPr/>
        </p:nvSpPr>
        <p:spPr>
          <a:xfrm>
            <a:off x="868680" y="425196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20" kern="0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avtomatik test. Hamısı uğurlu.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88720" y="5029200"/>
            <a:ext cx="9784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65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İstifadəçiyə çatmazdan əvvəl tapılan iki real xəta. Yeni avadanlıq qoşduq — heç nə sınmadı.</a:t>
            </a:r>
            <a:endParaRPr lang="en-US" sz="16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650" i="1" dirty="0">
                <a:solidFill>
                  <a:srgbClr val="9AA0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Hakaton demolarının çoxunda bu yoxdur. Biz onu işləməli olduğu kimi qurduq.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AVADANLIQ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dollardan az hissə.</a:t>
            </a:r>
            <a:endParaRPr lang="en-US" sz="3600" dirty="0"/>
          </a:p>
          <a:p>
            <a:pPr indent="0" marL="0">
              <a:buNone/>
            </a:pPr>
            <a:r>
              <a:rPr lang="en-US" sz="36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Proqramla eyni beyin.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68680" y="278892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Ucuz mikrofon çipi səsi tutur. Onun yerinə telefon, noutbuk və ya qeydə alınmış fayl qoşun — qalan hər şey tamamilə eyni qalır.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Qeydə alınmış fayl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Noutbuk mikrofonu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6364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Xüsusi avadanlıq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0" y="4114800"/>
            <a:ext cx="2514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4161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Telefon (WiFi)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BIZNES MODELI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Avadanlığı maya dəyərinə sat.</a:t>
            </a:r>
            <a:endParaRPr lang="en-US" sz="2900" dirty="0"/>
          </a:p>
          <a:p>
            <a:pPr indent="0" marL="0">
              <a:buNone/>
            </a:pPr>
            <a:r>
              <a:rPr lang="en-US" sz="29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İşçidən yox, proqramdan pul al.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512064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7899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KİM ÖDƏYİR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107899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Səhiyyə işçisi yox — onların büdcəsi yoxdur. Alıcı onları artıq maliyyələşdirən QHT və ya nazirlikdir.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2880360"/>
            <a:ext cx="512064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28232" y="30815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NECƏ PUL QAZANIRIQ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28232" y="3410712"/>
            <a:ext cx="4709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Maya dəyərinə yaxın avadanlıq, geniş əhatə. QHT və ya nazirliyə hesablanan proqram səviyyəli abunəlik.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4892040"/>
            <a:ext cx="10469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50" i="1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 milyon icma səhiyyə işçisi, 98+ ölkə (ÜST) — “tibbi cihaz deyil” statusu bizə onlara indi çatmaq imkanı verir, üç ildən sonra yox.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64008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QIYMƏT — PLANDIR, CANLI ÖDƏNIŞ DEYIL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18872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Marja üçün yox,</a:t>
            </a:r>
            <a:endParaRPr lang="en-US" sz="3000" dirty="0"/>
          </a:p>
          <a:p>
            <a:pPr indent="0" marL="0">
              <a:buNone/>
            </a:pPr>
            <a:r>
              <a:rPr lang="en-US" sz="30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qəbul üçün qiymətləndirilib.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868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6984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6984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~45–60 $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06984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dəst, maya dəyərinə yaxın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6984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avadanlıq dəsti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məntəqə sınamaq üçün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80560" y="2880360"/>
            <a:ext cx="3364992" cy="2743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636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8172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D6360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PROQRAM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68172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Fərdi / regional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68172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illik, QHT-yə hesablanır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68172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Toplu dəst + panel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Əhatə hesabatı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92440" y="2880360"/>
            <a:ext cx="3364992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3C2B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93608" y="3063240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KORPORATIV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93608" y="3374136"/>
            <a:ext cx="29626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dirty="0">
                <a:solidFill>
                  <a:srgbClr val="14161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Fərdi</a:t>
            </a:r>
            <a:endParaRPr lang="en-US" sz="2300" dirty="0"/>
          </a:p>
        </p:txBody>
      </p:sp>
      <p:sp>
        <p:nvSpPr>
          <p:cNvPr id="17" name="Text 15"/>
          <p:cNvSpPr/>
          <p:nvPr/>
        </p:nvSpPr>
        <p:spPr>
          <a:xfrm>
            <a:off x="8293608" y="3831336"/>
            <a:ext cx="296265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quraşdırma + dəstək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293608" y="4297680"/>
            <a:ext cx="296265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Tətbiq və təlim</a:t>
            </a:r>
            <a:endParaRPr lang="en-US" sz="11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416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Səhiyyə sistemi inteqrasiyası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68680" y="5806440"/>
            <a:ext cx="10469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0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Müqayisə üçün: Eko-nun CORE 500 modeli 379 $ + ildə 119,99 $ — həkimlər üçün, bu işçilər üçün yox.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E939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77724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2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BUNDAN SONRA NƏ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68680" y="1371600"/>
            <a:ext cx="9601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İki real addım.</a:t>
            </a:r>
            <a:endParaRPr lang="en-US" sz="3400" dirty="0"/>
          </a:p>
          <a:p>
            <a:pPr indent="0" marL="0">
              <a:buNone/>
            </a:pPr>
            <a:r>
              <a:rPr lang="en-US" sz="34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Yüz ehtimal yox.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68680" y="32461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920240" y="32461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Etibarlı tibbi qeydlərlə sınaq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1920240" y="36667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Buna hazırıq — sadəcə bu həftəsonu məlumata çata bilmədik.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4617720"/>
            <a:ext cx="1005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FF5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1920240" y="4617720"/>
            <a:ext cx="9326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DEE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Mikrofonu real dəri təması ilə sınaq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920240" y="5038344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9A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Qalan yeganə dürüst naməlumluq. Gizlədilmir, açıq deyilir.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2606040"/>
            <a:ext cx="128016" cy="128016"/>
          </a:xfrm>
          <a:prstGeom prst="ellipse">
            <a:avLst/>
          </a:prstGeom>
          <a:solidFill>
            <a:srgbClr val="FF5A2C"/>
          </a:solidFill>
          <a:ln/>
        </p:spPr>
      </p:sp>
      <p:sp>
        <p:nvSpPr>
          <p:cNvPr id="3" name="Text 1"/>
          <p:cNvSpPr/>
          <p:nvPr/>
        </p:nvSpPr>
        <p:spPr>
          <a:xfrm>
            <a:off x="868680" y="233172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Dinləmək üçün bir səbəb.</a:t>
            </a:r>
            <a:endParaRPr lang="en-US" sz="4000" dirty="0"/>
          </a:p>
          <a:p>
            <a:pPr indent="0" marL="0">
              <a:buNone/>
            </a:pPr>
            <a:r>
              <a:rPr lang="en-US" sz="4000" dirty="0">
                <a:solidFill>
                  <a:srgbClr val="EDEE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Diaqnoz deyil.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68680" y="402336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5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Bilmədiyi barədə dürüst olmaq üçün qurulub — məhz bu, onu kiməsə etibar etmək üçün təhlükəsiz edir.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082735" y="62636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SUALLAR?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68680" y="6263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200" kern="0" dirty="0">
                <a:solidFill>
                  <a:srgbClr val="9AA0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PULSO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2026-08-21T09:27:54Z</dcterms:created>
  <dcterms:modified xsi:type="dcterms:W3CDTF">2026-08-21T09:27:54Z</dcterms:modified>
</cp:coreProperties>
</file>