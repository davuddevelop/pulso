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tagline. Say the problem in your own words before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slowly. One sentence, then move -- don't read the sub-bullets that used to be here, they're gone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three chips as you say 'exactly three answers.' Don't over-explain -- the chips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phone here if the connection holds. If the mic stalls, tap the built-in sample-reading link instead of fighting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number sit on screen for a beat before you talk. This is the slide that separates you from every other demo -- say the last line with real confidence,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'same brain' and gesture at all four -- the point is that it's one system, not four. Don't explain how it works under the hood.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regulatory line at the bottom is the one most teams won't have -- say it plainly, don't rush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plan, say that plainly -- judges don't expect market-tested pricing from a hackathon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seconds, no more. Say it with momentum, not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silence for a beat before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9748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2423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 Not a diagnosis.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 triage for community health workers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234440"/>
            <a:ext cx="10058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ears are scarce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where they're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needed most.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68680" y="4846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stethoscope in the right hands finds problems early.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untrained hands, it finds nothing.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PULSO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exactly three answers.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 fourth.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68680" y="3017520"/>
            <a:ext cx="3017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30175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023360" y="3017520"/>
            <a:ext cx="3474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301752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RECOMMENDED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35240" y="3017520"/>
            <a:ext cx="3474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35240" y="301752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 TOO NOISY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wrong “you have X” from AI that's never been checked is dangerous.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“Worth a second listen” is honest — and still useful.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mic → live triage,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now.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68680" y="2148840"/>
            <a:ext cx="10469880" cy="2103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100126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1498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48615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245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BEATS DETECTED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3245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0362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992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RHYTHM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4992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Regular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72109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739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OUTPUT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86739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WE'RE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868680" y="42519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automated tests. All passing.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502920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bugs caught before they ever reached a user. We swapped in new hardware and nothing else broke.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hackathon demos have none of this. We built it like it has to work.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$20 in parts.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brain as the software.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2788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microphone chip picks up the sound. Swap in a phone, a laptop, or a recorded file instead — everything else stays exactly the same.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mic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hardware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 (WiFi)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hardware near cost.</a:t>
            </a:r>
            <a:endParaRPr lang="en-US" sz="3300" dirty="0"/>
          </a:p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 the program, not the worker.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5120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899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health worker — they hold no budget. The buyer is the NGO or ministry that already funds and equips them.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2880360"/>
            <a:ext cx="51206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MAKE MONEY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2823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at near-cost, wide reach. A program-level reporting subscription, billed to the NGO or ministry.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3.8M community health workers, 98+ countries (WHO) — staying “not a medical device” is what lets us reach them now, not in three years.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 — THE PLAN, NOT A LIVE CHECKOUT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to be adopted,</a:t>
            </a:r>
            <a:endParaRPr lang="en-US" sz="3300" dirty="0"/>
          </a:p>
          <a:p>
            <a:pPr indent="0" marL="0">
              <a:buNone/>
            </a:pPr>
            <a:r>
              <a:rPr lang="en-US" sz="3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to maximize margin.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6984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~$45–60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6984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kit, near cost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6984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hardware kit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health post to try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0560" y="2880360"/>
            <a:ext cx="336499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8172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/ region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8172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annual, billed to the NGO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kits + dashboard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reporting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244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9360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9360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support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9360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&amp; training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Health-system integration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" y="58064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comparison: Eko's CORE 500 is $379 + $119.99/yr — built for clinicians, not this workforce.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37160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steps.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hundred maybes.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20240" y="32461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it against real, labeled medical recordings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920240" y="36667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for this — we just couldn't reach the data this weekend.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20240" y="46177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the microphone against real skin contact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20240" y="50383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honest unknown left. Flagged, not hidden.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0604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diagnosis.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686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honest about what it doesn't know — which is exactly what makes it safe to put in someone's hands.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9082735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2026-08-21T09:09:15Z</dcterms:created>
  <dcterms:modified xsi:type="dcterms:W3CDTF">2026-08-21T09:09:15Z</dcterms:modified>
</cp:coreProperties>
</file>