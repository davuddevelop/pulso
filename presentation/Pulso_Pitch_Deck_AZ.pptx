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Başlıqla açılış. Problemi öz sözlərinlə de, 2-ci slaydan əvvəl.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Yavaş de. Bir cümlə, sonra keç.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'Düz üç cavab' deyəndə üç çipə işarə 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Hər addımı bir cümlə ilə de, tələsmə.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Bağlantı varsa telefona keç. Mikrofon işləməsə, nümunə düyməsini bas, döyüşmə.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Rəqəm ekranda bir neçə saniyə qalsın, sonra danış. Son cümləni yavaş və inamla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'Eyni beyin' deyib dördünə işarə et. Necə işlədiyini izah etmə.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kanal, bir məhsul — institusional bizə miqyas verir, birbaşa satış isə o bağlanana qədər gəlir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Bunun plan olduğunu aydın de — hakaton komandasından bazar tərəfindən sınanmış qiymət gözlənilmir.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saniyə, artıq yox. Üzr istəyirmiş kimi yox, inamla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Sualdan əvvəl bir neçə saniyə sükut saxla.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697480"/>
            <a:ext cx="128016" cy="128016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2423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Dinləmək üçün bir səbəb. Diaqnoz deyil.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İcma səhiyyə işçiləri üçün dinləmə əsaslı qiymətləndirmə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Təcrübəli qulaqlar məhz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ən çox ehtiyac duyulan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yerdə çatışmır.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Stetoskop doğru əllərdə problemi erkən tapır.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Hazırlıqsız əldə isə heç nə tapmır.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HƏLL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8686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Ucuz rəqəmsal stetoskop.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Hər dəfə bir dürüst cavab.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1488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Kiçik kontakt mikrofon sinə vasitəsilə ürək döyüntüsünü dinləyir. Pulso bunu bir neçə saniyəyə analiz edir və düz üç cavabdan birini verir — heç vaxt diaqnoz kimi təqdim olunan təxmin deyil.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794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3794760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36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3794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TƏKRAR BAXIŞ LAZIMDIR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18120" y="3794760"/>
            <a:ext cx="3520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37947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SİQNAL ÇOX KÜYLÜDÜR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Yoxlanılmamış süni intellektdən gələn səhv “sizdə X var” təhlükəlidir.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D63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“Təkrar dinləməyə dəyər” isə doğrudur — və faydalıdır.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NECƏ IŞLƏYIR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005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Dörd addım. Təxmin yox.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25420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71576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30632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Dinlə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35661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Sinəyə tutulan ucuz mikrofon ürək döyüntüsünü tutur — stetoskopla eyni fikir, qat-qat ucuz qiymətə.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79876" y="2514600"/>
            <a:ext cx="25420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1044" y="271576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81044" y="30632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Təmizlə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81044" y="35661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 küyü avtomatik süzülür, yalnız ürək səsi qalır.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2514600"/>
            <a:ext cx="25420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1576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döyüntünü zamanlamasına görə tapır — əmin olmadıqda bunu dürüstcə bildirir, təxmin etmək əvəzinə.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2268" y="2514600"/>
            <a:ext cx="254203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3436" y="271576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03436" y="30632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Qərar ver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03436" y="35661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sözdən biri, üstəlik nəsə işarələndikdə sadə növbəti addım. Heç vaxt diaqnoz deyil.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CANLI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9144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Telefonun mikrofonu → canlı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qiymətləndirmə, indi.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10469880" cy="2103120"/>
          </a:xfrm>
          <a:prstGeom prst="rect">
            <a:avLst/>
          </a:prstGeom>
          <a:solidFill>
            <a:srgbClr val="F4F4F1"/>
          </a:solidFill>
          <a:ln w="12700">
            <a:solidFill>
              <a:srgbClr val="DCDBD5"/>
            </a:solidFill>
            <a:prstDash val="solid"/>
          </a:ln>
        </p:spPr>
      </p:sp>
      <p:pic>
        <p:nvPicPr>
          <p:cNvPr id="5" name="Image 0" descr="wave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86000"/>
            <a:ext cx="100126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498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TEZLIK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1498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BPM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48615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3245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AŞKARLANAN VURĞU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3245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10362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992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4992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Müntəzəm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721090" y="4343400"/>
            <a:ext cx="250774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7394" y="4471416"/>
            <a:ext cx="2251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NƏTICƏ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867394" y="472744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NIYƏ FƏRQLIYIK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86868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avtomatik test. Hamısı uğurlu.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İstifadəçiyə çatmazdan əvvəl tapılan iki real xəta. Yeni avadanlıq qoşduq — heç nə sınmadı.</a:t>
            </a:r>
            <a:endParaRPr lang="en-US" sz="16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Hakaton demolarının çoxunda bu yoxdur. Biz onu işləməli olduğu kimi qurduq.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AVADANLIQ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dollardan az hissə.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Proqramla eyni beyin.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Ucuz mikrofon çipi səsi tutur. Onun yerinə telefon, noutbuk və ya qeydə alınmış fayl qoşun — qalan hər şey tamamilə eyni qalır.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Qeydə alınmış fayl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Noutbuk mikrofonu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3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Xüsusi avadanlıq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0" y="41148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41148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6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 (WiFi)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BIZNES MODELI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alıcı, iki fərqli sürət.</a:t>
            </a:r>
            <a:endParaRPr lang="en-US" sz="2900" dirty="0"/>
          </a:p>
          <a:p>
            <a:pPr indent="0" marL="0">
              <a:buNone/>
            </a:pPr>
            <a:r>
              <a:rPr lang="en-US" sz="29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Avadanlıq maya dəyərinə, hər iki halda.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İNSTİTUSİONAL — B2B2G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8992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İcma səhiyyə işçilərini artıq maliyyələşdirən QHT və nazirliklər. Miqyas kanalı — 3,8 milyon işçi, 98+ ölkə. Bağlanması yavaşdır.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880360"/>
            <a:ext cx="51206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36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3081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BİRBAŞA — B2B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28232" y="34107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büdcəsi olan klinikalar və aptek­lər, aradan institut olmadan. Miqyası kiçikdir, amma bu gün bağlanır.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Hər iki kanalda avadanlıq maya dəyərinə yaxındır. Marja hesabat abunəliyindən gəlir — institutlara proqram səviyyəsində, birbaşa alıcılara klinika səviyyəsində hesablanır.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QIYMƏT — PLANDIR, CANLI ÖDƏNIŞ DEYIL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Marja üçün yox,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qəbul üçün qiymətləndirilib.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33649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KLINIKA (BIRBAŞA)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149–199 $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984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dəst + 15 $/ay proqram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İnstitut olmadan bu gün al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dəst + klinika tətbiqi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880360"/>
            <a:ext cx="3364992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3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PROQRAM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Fərdi / regional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68172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illik, QHT-yə hesablanır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8172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dəst + panel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Əhatə hesabatı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880360"/>
            <a:ext cx="33649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30632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KORPORATIV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93608" y="337413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41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Fərdi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293608" y="383133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quraşdırma + dəstək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93608" y="42976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Tətbiq və təlim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Səhiyyə sistemi inteqrasiyası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80644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Müqayisə üçün: Eko-nun CORE 500 modeli 379 $ + ildə 119,99 $ — həkimlər üçün, bu işçilər üçün yox.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BUNDAN SONRA NƏ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real addım.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 ehtimal yox.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20240" y="3246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Etibarlı tibbi qeydlərlə sınaq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920240" y="36667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Buna hazırıq — sadəcə bu həftəsonu məlumata çata bilmədik.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617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20240" y="4617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Mikrofonu real dəri təması ilə sınaq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920240" y="50383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Qalan yeganə dürüst naməlumluq. Gizlədilmir, açıq deyilir.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606040"/>
            <a:ext cx="128016" cy="128016"/>
          </a:xfrm>
          <a:prstGeom prst="ellipse">
            <a:avLst/>
          </a:prstGeom>
          <a:solidFill>
            <a:srgbClr val="FF5A2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Dinləmək üçün bir səbəb.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ED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Diaqnoz deyil.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Bilmədiyi barədə dürüst olmaq üçün qurulub — məhz bu, onu kiməsə etibar etmək üçün təhlükəsiz edir.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082735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SUALLAR?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2026-08-21T10:23:39Z</dcterms:created>
  <dcterms:modified xsi:type="dcterms:W3CDTF">2026-08-21T10:23:39Z</dcterms:modified>
</cp:coreProperties>
</file>